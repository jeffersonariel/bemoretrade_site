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9" r:id="rId3"/>
    <p:sldId id="256" r:id="rId4"/>
    <p:sldId id="271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80" r:id="rId13"/>
    <p:sldId id="267" r:id="rId14"/>
    <p:sldId id="266" r:id="rId15"/>
    <p:sldId id="268" r:id="rId16"/>
    <p:sldId id="269" r:id="rId17"/>
    <p:sldId id="270" r:id="rId18"/>
    <p:sldId id="272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73" r:id="rId27"/>
    <p:sldId id="265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25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18" autoAdjust="0"/>
    <p:restoredTop sz="94660"/>
  </p:normalViewPr>
  <p:slideViewPr>
    <p:cSldViewPr snapToGrid="0">
      <p:cViewPr varScale="1">
        <p:scale>
          <a:sx n="80" d="100"/>
          <a:sy n="80" d="100"/>
        </p:scale>
        <p:origin x="2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Gomes" userId="7f7fd882-ffc4-4f45-a9ae-9543484d2763" providerId="ADAL" clId="{541BE942-E5CB-4E81-942F-67BAE317DE3C}"/>
    <pc:docChg chg="undo custSel modSld sldOrd">
      <pc:chgData name="Carlos Gomes" userId="7f7fd882-ffc4-4f45-a9ae-9543484d2763" providerId="ADAL" clId="{541BE942-E5CB-4E81-942F-67BAE317DE3C}" dt="2024-01-09T11:47:17.818" v="17" actId="1076"/>
      <pc:docMkLst>
        <pc:docMk/>
      </pc:docMkLst>
      <pc:sldChg chg="ord">
        <pc:chgData name="Carlos Gomes" userId="7f7fd882-ffc4-4f45-a9ae-9543484d2763" providerId="ADAL" clId="{541BE942-E5CB-4E81-942F-67BAE317DE3C}" dt="2023-10-10T13:05:48.276" v="1"/>
        <pc:sldMkLst>
          <pc:docMk/>
          <pc:sldMk cId="4145946976" sldId="260"/>
        </pc:sldMkLst>
      </pc:sldChg>
      <pc:sldChg chg="modSp mod">
        <pc:chgData name="Carlos Gomes" userId="7f7fd882-ffc4-4f45-a9ae-9543484d2763" providerId="ADAL" clId="{541BE942-E5CB-4E81-942F-67BAE317DE3C}" dt="2024-01-09T11:47:17.818" v="17" actId="1076"/>
        <pc:sldMkLst>
          <pc:docMk/>
          <pc:sldMk cId="1493777369" sldId="266"/>
        </pc:sldMkLst>
        <pc:picChg chg="mod">
          <ac:chgData name="Carlos Gomes" userId="7f7fd882-ffc4-4f45-a9ae-9543484d2763" providerId="ADAL" clId="{541BE942-E5CB-4E81-942F-67BAE317DE3C}" dt="2024-01-09T11:47:17.818" v="17" actId="1076"/>
          <ac:picMkLst>
            <pc:docMk/>
            <pc:sldMk cId="1493777369" sldId="266"/>
            <ac:picMk id="6" creationId="{8F23E94E-C466-40F9-B36E-AB789FAB5F9F}"/>
          </ac:picMkLst>
        </pc:picChg>
      </pc:sldChg>
      <pc:sldChg chg="modSp mod">
        <pc:chgData name="Carlos Gomes" userId="7f7fd882-ffc4-4f45-a9ae-9543484d2763" providerId="ADAL" clId="{541BE942-E5CB-4E81-942F-67BAE317DE3C}" dt="2023-10-10T13:07:39.894" v="13" actId="732"/>
        <pc:sldMkLst>
          <pc:docMk/>
          <pc:sldMk cId="2388135651" sldId="270"/>
        </pc:sldMkLst>
        <pc:picChg chg="mod modCrop">
          <ac:chgData name="Carlos Gomes" userId="7f7fd882-ffc4-4f45-a9ae-9543484d2763" providerId="ADAL" clId="{541BE942-E5CB-4E81-942F-67BAE317DE3C}" dt="2023-10-10T13:07:39.894" v="13" actId="732"/>
          <ac:picMkLst>
            <pc:docMk/>
            <pc:sldMk cId="2388135651" sldId="270"/>
            <ac:picMk id="5" creationId="{51BD90D1-EF31-4203-AAAA-B1911C0169D4}"/>
          </ac:picMkLst>
        </pc:picChg>
      </pc:sldChg>
      <pc:sldChg chg="modSp mod">
        <pc:chgData name="Carlos Gomes" userId="7f7fd882-ffc4-4f45-a9ae-9543484d2763" providerId="ADAL" clId="{541BE942-E5CB-4E81-942F-67BAE317DE3C}" dt="2023-10-10T13:06:33.073" v="5" actId="1076"/>
        <pc:sldMkLst>
          <pc:docMk/>
          <pc:sldMk cId="1912596766" sldId="280"/>
        </pc:sldMkLst>
        <pc:grpChg chg="mod">
          <ac:chgData name="Carlos Gomes" userId="7f7fd882-ffc4-4f45-a9ae-9543484d2763" providerId="ADAL" clId="{541BE942-E5CB-4E81-942F-67BAE317DE3C}" dt="2023-10-10T13:06:33.073" v="5" actId="1076"/>
          <ac:grpSpMkLst>
            <pc:docMk/>
            <pc:sldMk cId="1912596766" sldId="280"/>
            <ac:grpSpMk id="9" creationId="{A9CB6BBA-A238-4B56-BE39-EEBE3C62B194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C707D-7046-41FC-9593-7348CCEE2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A1E389-D67C-4574-A233-542474354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56813E-F03F-42C6-8B74-CC7AD59FAF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BBBB7A-F058-4994-B282-7B3E5B5C58D8}" type="datetimeFigureOut">
              <a:rPr lang="pt-BR" smtClean="0"/>
              <a:t>09/01/2024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11AB4F-F073-4CA0-8DFB-7D4216600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1BC34B-5FCC-441C-BBC9-87537A1D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DDADDA-061C-4BF0-BBEC-B3FC6A432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2210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5D328-7F01-4C84-8765-D9BA7733D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4B56A2-7969-4D64-A059-A98B3611F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EFA707-65FF-46DC-BF42-1056552CF1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BBBB7A-F058-4994-B282-7B3E5B5C58D8}" type="datetimeFigureOut">
              <a:rPr lang="pt-BR" smtClean="0"/>
              <a:t>09/01/2024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E4646F-8981-4342-B908-BB02A7C8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7ADDB7-1B86-4356-BF08-CDABA15B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DDADDA-061C-4BF0-BBEC-B3FC6A432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671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B5A9E-F1DE-40D0-B300-F298DD339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C0872D-F3F2-4EDF-A26C-8A1327639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F520F1-F78E-4156-85BE-48F82D9B8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BB7A-F058-4994-B282-7B3E5B5C58D8}" type="datetimeFigureOut">
              <a:rPr lang="pt-BR" smtClean="0"/>
              <a:t>09/01/2024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908E88-001F-498B-A343-38A5A4F97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ABB576-6E67-4F9D-99F4-7CC42DFAF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ADDA-061C-4BF0-BBEC-B3FC6A432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3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DE7F60-B5A0-40FD-A01E-ACDC3C72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E13C63-F149-44E2-A430-C4423D94F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F33193-838C-431B-8C77-B79DEDA66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8B0032-CB16-4EE6-B6C3-036DBEDC9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BB7A-F058-4994-B282-7B3E5B5C58D8}" type="datetimeFigureOut">
              <a:rPr lang="pt-BR" smtClean="0"/>
              <a:t>09/01/2024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1758EB-94AE-49BD-BA5B-F42BF88DE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70CE4B-6B72-4371-AE1D-7981A4A7A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ADDA-061C-4BF0-BBEC-B3FC6A432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681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0FC08-2435-4DE2-AEDF-184DCD5D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8D264D-2FBD-47EA-8EF8-A7EE31C42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A9A67A-C0AC-4A9A-B8F7-096851B60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E3EF33A-AB8C-4AF6-968A-EFCC3CE29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B37B5FB-62AF-4793-BC4A-56E417540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54C783-8E4B-4C61-AC06-EB2E47951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BB7A-F058-4994-B282-7B3E5B5C58D8}" type="datetimeFigureOut">
              <a:rPr lang="pt-BR" smtClean="0"/>
              <a:t>09/01/2024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4AFF6DC-D76F-4F54-83C5-288A3C938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C351F2C-F830-4B47-AB21-58442AE40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ADDA-061C-4BF0-BBEC-B3FC6A432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050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465749-37B3-4DC1-B845-DE51D91F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976E045-4102-47DE-955A-97B36B900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BB7A-F058-4994-B282-7B3E5B5C58D8}" type="datetimeFigureOut">
              <a:rPr lang="pt-BR" smtClean="0"/>
              <a:t>09/01/2024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2228016-D6F9-4466-AF9E-F103C4653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39D20FA-C544-4668-9CA6-4476CF75A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ADDA-061C-4BF0-BBEC-B3FC6A432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20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F9A133C-7E24-4AAF-BE50-16B573142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BB7A-F058-4994-B282-7B3E5B5C58D8}" type="datetimeFigureOut">
              <a:rPr lang="pt-BR" smtClean="0"/>
              <a:t>09/01/2024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E9BF913-6D28-482B-AD58-A882EB76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381A35-FA47-4314-94E6-DD2BC021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ADDA-061C-4BF0-BBEC-B3FC6A432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244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9045BF-07D8-4169-88FD-F6433087B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306FA7-02CF-4E92-B2CE-9ADCF303A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312CDA-DD0A-4791-ACC5-B4BFBEDB5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52CC7CD-4403-412D-B850-DE2A84BD5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BB7A-F058-4994-B282-7B3E5B5C58D8}" type="datetimeFigureOut">
              <a:rPr lang="pt-BR" smtClean="0"/>
              <a:t>09/01/2024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25665A-6A0B-4DC1-9E28-3C0A2E3A3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AECDA5-9B68-44B2-9B34-D1358D7C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ADDA-061C-4BF0-BBEC-B3FC6A432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104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C9500-7BCD-4F6A-A1CD-99A3A53D1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D370A76-0F24-4596-9AAE-E7FF9CCC48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8B6533-F286-4732-B4CC-DA2FE0ED6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4BD239-0E72-44D7-B93D-715A84F5A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BB7A-F058-4994-B282-7B3E5B5C58D8}" type="datetimeFigureOut">
              <a:rPr lang="pt-BR" smtClean="0"/>
              <a:t>09/01/2024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74A3B7-6CD6-478B-AEDD-BCBD2F158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956E04-4015-45B1-A1A5-49F72C32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ADDA-061C-4BF0-BBEC-B3FC6A432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4473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384AF-ED4B-4472-B149-75BE9BFA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BBAAD7-D081-4C8B-8208-60A131E1F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6461C3-5E5A-4028-B6A5-050AC9BDC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BB7A-F058-4994-B282-7B3E5B5C58D8}" type="datetimeFigureOut">
              <a:rPr lang="pt-BR" smtClean="0"/>
              <a:t>09/01/2024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64743A-67E9-4B34-A3F8-4D5F366A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41CAEE-639D-4DE3-AEE4-78E9266E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ADDA-061C-4BF0-BBEC-B3FC6A432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157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8062FE-2574-45D1-9AF2-BC308EF2C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C2BAA8-55B4-4B9C-ACB3-705717D75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C6DC13-A54A-4055-B799-D5B6F6AAA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BB7A-F058-4994-B282-7B3E5B5C58D8}" type="datetimeFigureOut">
              <a:rPr lang="pt-BR" smtClean="0"/>
              <a:t>09/01/2024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97754B-91C7-4BCB-9C85-FBC9DF85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4A0E7B-8022-4076-9B48-8D227F7C0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ADDA-061C-4BF0-BBEC-B3FC6A432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059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AB53D6A-EB00-4509-964E-08BC9BDE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49EF05-1A8D-4C66-81E9-0FF4DE900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C8CC5A-BDA4-4B68-8A7A-5DBA15678A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BBB7A-F058-4994-B282-7B3E5B5C58D8}" type="datetimeFigureOut">
              <a:rPr lang="pt-BR" smtClean="0"/>
              <a:t>09/01/2024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A0C0EE-5230-45F9-A4CB-763C0E79E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DAA672-6DBD-407D-A17F-48879B843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DADDA-061C-4BF0-BBEC-B3FC6A432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8099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t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1F23E-FDAF-42C4-8824-CDEDD44AF7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C2BB0-6E06-454E-9EF5-9BB170459C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3E9AB7EC-0B3C-411F-A13D-92FF8E9F3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0366"/>
            <a:ext cx="1392294" cy="56053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244F1D6-A37D-4C54-BA0A-FCB414E0C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95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46A9E8EC-1815-4717-9497-C780B69AEAE0}"/>
              </a:ext>
            </a:extLst>
          </p:cNvPr>
          <p:cNvGrpSpPr/>
          <p:nvPr/>
        </p:nvGrpSpPr>
        <p:grpSpPr>
          <a:xfrm>
            <a:off x="-24435" y="0"/>
            <a:ext cx="12256191" cy="6858000"/>
            <a:chOff x="-24435" y="0"/>
            <a:chExt cx="12256191" cy="6858000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AC0356C-0D9B-4D25-80F1-F45F77232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8017" y="0"/>
              <a:ext cx="9775966" cy="6858000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E61571AB-11C9-4203-9C0B-C2A43881A6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50" r="81700"/>
            <a:stretch/>
          </p:blipFill>
          <p:spPr>
            <a:xfrm>
              <a:off x="-24435" y="0"/>
              <a:ext cx="1813478" cy="6858000"/>
            </a:xfrm>
            <a:prstGeom prst="rect">
              <a:avLst/>
            </a:prstGeom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068E628D-4622-4ED2-BFF8-205905550E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50" r="81700"/>
            <a:stretch/>
          </p:blipFill>
          <p:spPr>
            <a:xfrm>
              <a:off x="10418278" y="0"/>
              <a:ext cx="1813478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542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Agrupar 394">
            <a:extLst>
              <a:ext uri="{FF2B5EF4-FFF2-40B4-BE49-F238E27FC236}">
                <a16:creationId xmlns:a16="http://schemas.microsoft.com/office/drawing/2014/main" id="{06040A0B-73A1-4F9C-901B-1262AB894EB6}"/>
              </a:ext>
            </a:extLst>
          </p:cNvPr>
          <p:cNvGrpSpPr/>
          <p:nvPr/>
        </p:nvGrpSpPr>
        <p:grpSpPr>
          <a:xfrm>
            <a:off x="53006" y="0"/>
            <a:ext cx="12138994" cy="4640921"/>
            <a:chOff x="53008" y="-15679"/>
            <a:chExt cx="12138994" cy="4640921"/>
          </a:xfrm>
        </p:grpSpPr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114F3A60-BB3A-48CA-85CF-902C30EBB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2538" y="2687349"/>
              <a:ext cx="4813476" cy="1937893"/>
            </a:xfrm>
            <a:prstGeom prst="rect">
              <a:avLst/>
            </a:prstGeom>
          </p:spPr>
        </p:pic>
        <p:grpSp>
          <p:nvGrpSpPr>
            <p:cNvPr id="394" name="Agrupar 393">
              <a:extLst>
                <a:ext uri="{FF2B5EF4-FFF2-40B4-BE49-F238E27FC236}">
                  <a16:creationId xmlns:a16="http://schemas.microsoft.com/office/drawing/2014/main" id="{262150AA-BD30-4AC8-BDAA-B2693F282FD8}"/>
                </a:ext>
              </a:extLst>
            </p:cNvPr>
            <p:cNvGrpSpPr/>
            <p:nvPr/>
          </p:nvGrpSpPr>
          <p:grpSpPr>
            <a:xfrm>
              <a:off x="53008" y="-15679"/>
              <a:ext cx="12138994" cy="1694204"/>
              <a:chOff x="53008" y="-15679"/>
              <a:chExt cx="12138994" cy="1694204"/>
            </a:xfrm>
          </p:grpSpPr>
          <p:pic>
            <p:nvPicPr>
              <p:cNvPr id="392" name="Imagem 391">
                <a:extLst>
                  <a:ext uri="{FF2B5EF4-FFF2-40B4-BE49-F238E27FC236}">
                    <a16:creationId xmlns:a16="http://schemas.microsoft.com/office/drawing/2014/main" id="{AB8989D0-DC26-4DCF-B4A0-5070E7A7DB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008" y="0"/>
                <a:ext cx="6852498" cy="1658256"/>
              </a:xfrm>
              <a:prstGeom prst="rect">
                <a:avLst/>
              </a:prstGeom>
            </p:spPr>
          </p:pic>
          <p:pic>
            <p:nvPicPr>
              <p:cNvPr id="393" name="Imagem 392">
                <a:extLst>
                  <a:ext uri="{FF2B5EF4-FFF2-40B4-BE49-F238E27FC236}">
                    <a16:creationId xmlns:a16="http://schemas.microsoft.com/office/drawing/2014/main" id="{6C0C5573-B8FA-4D8E-AA12-C673277673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-1" r="24929"/>
              <a:stretch/>
            </p:blipFill>
            <p:spPr>
              <a:xfrm>
                <a:off x="6936218" y="-15679"/>
                <a:ext cx="5255784" cy="1694204"/>
              </a:xfrm>
              <a:prstGeom prst="rect">
                <a:avLst/>
              </a:prstGeom>
            </p:spPr>
          </p:pic>
        </p:grp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AEF2F1E2-0FDF-44E3-9FEA-ED66F0E1507F}"/>
              </a:ext>
            </a:extLst>
          </p:cNvPr>
          <p:cNvSpPr/>
          <p:nvPr/>
        </p:nvSpPr>
        <p:spPr>
          <a:xfrm>
            <a:off x="278296" y="3059640"/>
            <a:ext cx="3180522" cy="9292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50" name="Picture 2" descr="setas-icon – Giardino Executive Flats">
            <a:extLst>
              <a:ext uri="{FF2B5EF4-FFF2-40B4-BE49-F238E27FC236}">
                <a16:creationId xmlns:a16="http://schemas.microsoft.com/office/drawing/2014/main" id="{7554263B-FB42-4A1D-9FF6-7D5188E53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296" y="2585025"/>
            <a:ext cx="21907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5820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AA5E0F7B-2750-4301-9917-2DD05E36E74B}"/>
              </a:ext>
            </a:extLst>
          </p:cNvPr>
          <p:cNvSpPr/>
          <p:nvPr/>
        </p:nvSpPr>
        <p:spPr>
          <a:xfrm>
            <a:off x="0" y="-13254"/>
            <a:ext cx="12192000" cy="68712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537C558-9E15-49FB-9112-87AB7F2DB5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057" r="1609" b="22846"/>
          <a:stretch/>
        </p:blipFill>
        <p:spPr>
          <a:xfrm>
            <a:off x="207259" y="4237383"/>
            <a:ext cx="5496732" cy="78519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0B68D9B-BEC3-46AE-85EA-1CB8307C7D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96" r="1609" b="57996"/>
          <a:stretch/>
        </p:blipFill>
        <p:spPr>
          <a:xfrm>
            <a:off x="6503501" y="4250635"/>
            <a:ext cx="5321816" cy="94927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67262C3-D6A5-4414-8FA1-495DAB5C3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5905" y="6133015"/>
            <a:ext cx="1746095" cy="70471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C4D1BB9-228C-4868-B80A-7C1BBC02A7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7" t="4566" r="25403" b="70953"/>
          <a:stretch/>
        </p:blipFill>
        <p:spPr>
          <a:xfrm>
            <a:off x="6453807" y="258419"/>
            <a:ext cx="5685183" cy="3888553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8613CF9-6997-4FE8-827B-875168C67D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06" t="42163" r="25953" b="33067"/>
          <a:stretch/>
        </p:blipFill>
        <p:spPr>
          <a:xfrm>
            <a:off x="113033" y="248647"/>
            <a:ext cx="5685183" cy="3988736"/>
          </a:xfrm>
          <a:prstGeom prst="rect">
            <a:avLst/>
          </a:prstGeom>
        </p:spPr>
      </p:pic>
      <p:pic>
        <p:nvPicPr>
          <p:cNvPr id="10" name="Imagem 9" descr="Uma imagem contendo relógio, objeto, desenho&#10;&#10;Descrição gerada automaticamente">
            <a:extLst>
              <a:ext uri="{FF2B5EF4-FFF2-40B4-BE49-F238E27FC236}">
                <a16:creationId xmlns:a16="http://schemas.microsoft.com/office/drawing/2014/main" id="{F94D61FC-0110-469E-BEA5-F4A23183A1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275" y="5481615"/>
            <a:ext cx="6715450" cy="102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44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ABBE0447-5701-429E-BB5E-EC33637D06C3}"/>
              </a:ext>
            </a:extLst>
          </p:cNvPr>
          <p:cNvGrpSpPr/>
          <p:nvPr/>
        </p:nvGrpSpPr>
        <p:grpSpPr>
          <a:xfrm>
            <a:off x="-1" y="0"/>
            <a:ext cx="12339673" cy="6858000"/>
            <a:chOff x="-1" y="0"/>
            <a:chExt cx="12339673" cy="685800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DFB9BC20-2311-4568-A883-BD29DFA09E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66699" r="609" b="27564"/>
            <a:stretch/>
          </p:blipFill>
          <p:spPr>
            <a:xfrm>
              <a:off x="0" y="0"/>
              <a:ext cx="9245290" cy="3429000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09FB353D-C311-4305-A6B4-AE83C1EFE7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66699" r="609" b="27564"/>
            <a:stretch/>
          </p:blipFill>
          <p:spPr>
            <a:xfrm>
              <a:off x="-1" y="3429000"/>
              <a:ext cx="9245290" cy="3429000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AC18E07E-BC7F-4E91-B680-C4287F5625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66699" r="66734" b="27564"/>
            <a:stretch/>
          </p:blipFill>
          <p:spPr>
            <a:xfrm>
              <a:off x="9245289" y="0"/>
              <a:ext cx="3094383" cy="3429000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E597A450-78FD-403B-B902-4391F4CD0A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38" t="66699" r="33397" b="27564"/>
            <a:stretch/>
          </p:blipFill>
          <p:spPr>
            <a:xfrm>
              <a:off x="9245289" y="3429000"/>
              <a:ext cx="3094383" cy="3429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7468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Agrupar 55">
            <a:extLst>
              <a:ext uri="{FF2B5EF4-FFF2-40B4-BE49-F238E27FC236}">
                <a16:creationId xmlns:a16="http://schemas.microsoft.com/office/drawing/2014/main" id="{AAFE14F4-06B1-47F3-B46E-FA37BAC33CBF}"/>
              </a:ext>
            </a:extLst>
          </p:cNvPr>
          <p:cNvGrpSpPr/>
          <p:nvPr/>
        </p:nvGrpSpPr>
        <p:grpSpPr>
          <a:xfrm>
            <a:off x="-2" y="-19014"/>
            <a:ext cx="12192001" cy="7002353"/>
            <a:chOff x="-2" y="-19014"/>
            <a:chExt cx="12192001" cy="7002353"/>
          </a:xfrm>
        </p:grpSpPr>
        <p:pic>
          <p:nvPicPr>
            <p:cNvPr id="34" name="Imagem 33">
              <a:extLst>
                <a:ext uri="{FF2B5EF4-FFF2-40B4-BE49-F238E27FC236}">
                  <a16:creationId xmlns:a16="http://schemas.microsoft.com/office/drawing/2014/main" id="{AFDAFC74-B880-45CD-BB6A-F5AA45482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" y="1856642"/>
              <a:ext cx="4922984" cy="1981981"/>
            </a:xfrm>
            <a:prstGeom prst="rect">
              <a:avLst/>
            </a:prstGeom>
          </p:spPr>
        </p:pic>
        <p:pic>
          <p:nvPicPr>
            <p:cNvPr id="38" name="Imagem 37">
              <a:extLst>
                <a:ext uri="{FF2B5EF4-FFF2-40B4-BE49-F238E27FC236}">
                  <a16:creationId xmlns:a16="http://schemas.microsoft.com/office/drawing/2014/main" id="{17C0236C-DFDB-44ED-B995-6E0A31239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001358"/>
              <a:ext cx="4922983" cy="1981981"/>
            </a:xfrm>
            <a:prstGeom prst="rect">
              <a:avLst/>
            </a:prstGeom>
          </p:spPr>
        </p:pic>
        <p:pic>
          <p:nvPicPr>
            <p:cNvPr id="42" name="Imagem 41">
              <a:extLst>
                <a:ext uri="{FF2B5EF4-FFF2-40B4-BE49-F238E27FC236}">
                  <a16:creationId xmlns:a16="http://schemas.microsoft.com/office/drawing/2014/main" id="{12E8EC76-4A58-4AEB-B611-F5DF39B87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16301"/>
              <a:ext cx="4922982" cy="1981980"/>
            </a:xfrm>
            <a:prstGeom prst="rect">
              <a:avLst/>
            </a:prstGeom>
          </p:spPr>
        </p:pic>
        <p:pic>
          <p:nvPicPr>
            <p:cNvPr id="46" name="Imagem 45">
              <a:extLst>
                <a:ext uri="{FF2B5EF4-FFF2-40B4-BE49-F238E27FC236}">
                  <a16:creationId xmlns:a16="http://schemas.microsoft.com/office/drawing/2014/main" id="{3081C03E-4EA1-485F-B0FB-30E7C99AE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3409986"/>
              <a:ext cx="4922984" cy="1981981"/>
            </a:xfrm>
            <a:prstGeom prst="rect">
              <a:avLst/>
            </a:prstGeom>
          </p:spPr>
        </p:pic>
        <p:sp>
          <p:nvSpPr>
            <p:cNvPr id="55" name="Retângulo 54">
              <a:extLst>
                <a:ext uri="{FF2B5EF4-FFF2-40B4-BE49-F238E27FC236}">
                  <a16:creationId xmlns:a16="http://schemas.microsoft.com/office/drawing/2014/main" id="{56C739CF-9286-4C8A-A84E-72AD477A6267}"/>
                </a:ext>
              </a:extLst>
            </p:cNvPr>
            <p:cNvSpPr/>
            <p:nvPr/>
          </p:nvSpPr>
          <p:spPr>
            <a:xfrm>
              <a:off x="5929948" y="-19014"/>
              <a:ext cx="6262051" cy="685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4" name="Imagem 53">
              <a:extLst>
                <a:ext uri="{FF2B5EF4-FFF2-40B4-BE49-F238E27FC236}">
                  <a16:creationId xmlns:a16="http://schemas.microsoft.com/office/drawing/2014/main" id="{C8CF59D6-B30F-4034-99A2-57FF92C5B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1510" y="314318"/>
              <a:ext cx="5261113" cy="2120229"/>
            </a:xfrm>
            <a:prstGeom prst="rect">
              <a:avLst/>
            </a:prstGeom>
          </p:spPr>
        </p:pic>
        <p:pic>
          <p:nvPicPr>
            <p:cNvPr id="52" name="Imagem 51">
              <a:extLst>
                <a:ext uri="{FF2B5EF4-FFF2-40B4-BE49-F238E27FC236}">
                  <a16:creationId xmlns:a16="http://schemas.microsoft.com/office/drawing/2014/main" id="{A88770F7-98FC-4424-91B8-293033F47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0852" y="2597510"/>
              <a:ext cx="5261113" cy="2118110"/>
            </a:xfrm>
            <a:prstGeom prst="rect">
              <a:avLst/>
            </a:prstGeom>
          </p:spPr>
        </p:pic>
        <p:pic>
          <p:nvPicPr>
            <p:cNvPr id="50" name="Imagem 49">
              <a:extLst>
                <a:ext uri="{FF2B5EF4-FFF2-40B4-BE49-F238E27FC236}">
                  <a16:creationId xmlns:a16="http://schemas.microsoft.com/office/drawing/2014/main" id="{B4770EA3-B641-40A3-AC53-94309D942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7599" y="4715620"/>
              <a:ext cx="5261113" cy="2123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6590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C9B974D-C06C-49AB-8A3F-7401515EC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810" y="1749287"/>
            <a:ext cx="2816575" cy="278097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CD64164-3976-4648-BFEA-42B18A5557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7595"/>
            <a:ext cx="2614677" cy="258163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61D4C6D-D05D-4007-92F0-B959074EC4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7" y="4658779"/>
            <a:ext cx="2412792" cy="238229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31FB2A5-A45F-4584-86C8-419306F232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349658"/>
            <a:ext cx="2614677" cy="2581632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9E0E4812-CDA8-4565-A649-AC70FBC6FFCA}"/>
              </a:ext>
            </a:extLst>
          </p:cNvPr>
          <p:cNvSpPr/>
          <p:nvPr/>
        </p:nvSpPr>
        <p:spPr>
          <a:xfrm>
            <a:off x="5929948" y="0"/>
            <a:ext cx="626205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045596E-43E5-4A66-9000-4BC2FA7561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948" y="284785"/>
            <a:ext cx="2876601" cy="284018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25CA1872-DC31-438C-B61D-7DE1B729F1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006" y="3879944"/>
            <a:ext cx="2876543" cy="2840189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F55BB971-3E4F-4387-8FCE-3C8BEFB257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992" y="2220380"/>
            <a:ext cx="3101008" cy="284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46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29149E4E-13D1-4106-9BA0-9A0156843F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"/>
          <a:stretch/>
        </p:blipFill>
        <p:spPr>
          <a:xfrm>
            <a:off x="993913" y="624328"/>
            <a:ext cx="10204174" cy="560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98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85A6347F-CDA9-482C-95E4-BBB76CAC97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/>
          <a:stretch/>
        </p:blipFill>
        <p:spPr>
          <a:xfrm>
            <a:off x="733270" y="596348"/>
            <a:ext cx="10526723" cy="575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85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2AD83EA-E33F-44AC-89AB-EDDE1EA88A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"/>
          <a:stretch/>
        </p:blipFill>
        <p:spPr>
          <a:xfrm>
            <a:off x="1022141" y="595215"/>
            <a:ext cx="10147717" cy="566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77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A3C3CE1-34A5-42A8-B4D4-9F4D4155C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58" y="724226"/>
            <a:ext cx="10615283" cy="540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91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A9CB6BBA-A238-4B56-BE39-EEBE3C62B194}"/>
              </a:ext>
            </a:extLst>
          </p:cNvPr>
          <p:cNvGrpSpPr/>
          <p:nvPr/>
        </p:nvGrpSpPr>
        <p:grpSpPr>
          <a:xfrm>
            <a:off x="0" y="0"/>
            <a:ext cx="12198252" cy="6858000"/>
            <a:chOff x="0" y="0"/>
            <a:chExt cx="12198252" cy="6858000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41117DA0-EA0C-49CC-A24A-F25758F764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155"/>
            <a:stretch/>
          </p:blipFill>
          <p:spPr>
            <a:xfrm>
              <a:off x="2524167" y="0"/>
              <a:ext cx="9674085" cy="6858000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F772DEB5-EDF5-4DC6-B7B6-67CA5180C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787101" cy="6858000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B373C677-60B3-46AD-80B4-8F91170AB0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7" r="577"/>
            <a:stretch/>
          </p:blipFill>
          <p:spPr>
            <a:xfrm>
              <a:off x="1086682" y="0"/>
              <a:ext cx="9674084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596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4845C312-92F8-4915-B177-01A923FB4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86" y="737460"/>
            <a:ext cx="10217427" cy="5570911"/>
          </a:xfrm>
          <a:prstGeom prst="rect">
            <a:avLst/>
          </a:prstGeom>
        </p:spPr>
      </p:pic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7CACBEC8-4FD0-43BD-8463-EFA1C8DE2E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0366"/>
            <a:ext cx="1392294" cy="56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274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8F23E94E-C466-40F9-B36E-AB789FAB5F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"/>
          <a:stretch/>
        </p:blipFill>
        <p:spPr>
          <a:xfrm>
            <a:off x="1185647" y="845506"/>
            <a:ext cx="10084904" cy="5476323"/>
          </a:xfrm>
          <a:prstGeom prst="rect">
            <a:avLst/>
          </a:prstGeom>
        </p:spPr>
      </p:pic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54BF4E21-235D-4348-9464-0F822F0E2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0366"/>
            <a:ext cx="1392294" cy="56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77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19D5EA6D-73AB-4736-9061-B99B28822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912" y="0"/>
            <a:ext cx="9703836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155B76A-9A89-458E-B36C-01055BB1A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2" y="0"/>
            <a:ext cx="9703836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C626FE0-D604-40B7-94F7-F65783005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973" y="0"/>
            <a:ext cx="97038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17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9F07915-BDE0-4ECC-9AF1-34A4ED3F9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729" y="837754"/>
            <a:ext cx="9980542" cy="5391418"/>
          </a:xfrm>
          <a:prstGeom prst="rect">
            <a:avLst/>
          </a:prstGeom>
        </p:spPr>
      </p:pic>
      <p:pic>
        <p:nvPicPr>
          <p:cNvPr id="6" name="Imagem 5" descr="Logotipo&#10;&#10;Descrição gerada automaticamente">
            <a:extLst>
              <a:ext uri="{FF2B5EF4-FFF2-40B4-BE49-F238E27FC236}">
                <a16:creationId xmlns:a16="http://schemas.microsoft.com/office/drawing/2014/main" id="{F21A5DC8-1547-4A96-A8DC-A075ACA56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0366"/>
            <a:ext cx="1392294" cy="56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789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B8610457-DFEC-4A55-824E-EBCA0CDA2C0A}"/>
              </a:ext>
            </a:extLst>
          </p:cNvPr>
          <p:cNvSpPr/>
          <p:nvPr/>
        </p:nvSpPr>
        <p:spPr>
          <a:xfrm>
            <a:off x="0" y="0"/>
            <a:ext cx="12192000" cy="38166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C815B91-5C66-4507-B761-912926DC9F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52" r="27717"/>
          <a:stretch/>
        </p:blipFill>
        <p:spPr>
          <a:xfrm>
            <a:off x="6519123" y="3816626"/>
            <a:ext cx="5665304" cy="304137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A3B76BD-BFEC-424C-8D0C-D21D6B6C05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52"/>
          <a:stretch/>
        </p:blipFill>
        <p:spPr>
          <a:xfrm>
            <a:off x="0" y="3816627"/>
            <a:ext cx="7837714" cy="304137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1BD90D1-EF31-4203-AAAA-B1911C0169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7" t="24463" r="17066" b="67760"/>
          <a:stretch/>
        </p:blipFill>
        <p:spPr>
          <a:xfrm>
            <a:off x="3248025" y="1571625"/>
            <a:ext cx="5153026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135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relógio, objeto, desenho&#10;&#10;Descrição gerada automaticamente">
            <a:extLst>
              <a:ext uri="{FF2B5EF4-FFF2-40B4-BE49-F238E27FC236}">
                <a16:creationId xmlns:a16="http://schemas.microsoft.com/office/drawing/2014/main" id="{449BDA83-10AC-472C-B112-E0C83EE5C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195" y="3696330"/>
            <a:ext cx="6715450" cy="1021442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7D8F8995-AE2F-4701-9E59-E9A63272B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66191"/>
            <a:ext cx="9144000" cy="1879946"/>
          </a:xfrm>
        </p:spPr>
        <p:txBody>
          <a:bodyPr>
            <a:noAutofit/>
          </a:bodyPr>
          <a:lstStyle/>
          <a:p>
            <a:r>
              <a:rPr lang="pt-BR" sz="10000" dirty="0">
                <a:solidFill>
                  <a:schemeClr val="bg1"/>
                </a:solidFill>
                <a:latin typeface="Poppins" panose="00000500000000000000"/>
                <a:cs typeface="Poppins" panose="00000500000000000000" pitchFamily="2" charset="0"/>
              </a:rPr>
              <a:t>OS 7 BE+</a:t>
            </a:r>
          </a:p>
        </p:txBody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5097D042-8475-4C93-AE18-95B63FA5E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0366"/>
            <a:ext cx="1392294" cy="56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010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Imagem digital fictícia de personagem de desenho animado&#10;&#10;Descrição gerada automaticamente com confiança baixa">
            <a:extLst>
              <a:ext uri="{FF2B5EF4-FFF2-40B4-BE49-F238E27FC236}">
                <a16:creationId xmlns:a16="http://schemas.microsoft.com/office/drawing/2014/main" id="{9B1A9E46-E102-4CC6-A570-CA04FF701E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"/>
          <a:stretch/>
        </p:blipFill>
        <p:spPr>
          <a:xfrm>
            <a:off x="-23191" y="0"/>
            <a:ext cx="5307812" cy="6858001"/>
          </a:xfrm>
          <a:prstGeom prst="rect">
            <a:avLst/>
          </a:prstGeom>
        </p:spPr>
      </p:pic>
      <p:pic>
        <p:nvPicPr>
          <p:cNvPr id="9" name="Imagem 8" descr="Diagrama&#10;&#10;Descrição gerada automaticamente com confiança baixa">
            <a:extLst>
              <a:ext uri="{FF2B5EF4-FFF2-40B4-BE49-F238E27FC236}">
                <a16:creationId xmlns:a16="http://schemas.microsoft.com/office/drawing/2014/main" id="{85FE8876-0959-458A-BCD5-DA1EC78078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838325"/>
            <a:ext cx="62484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283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Texto&#10;&#10;Descrição gerada automaticamente">
            <a:extLst>
              <a:ext uri="{FF2B5EF4-FFF2-40B4-BE49-F238E27FC236}">
                <a16:creationId xmlns:a16="http://schemas.microsoft.com/office/drawing/2014/main" id="{FEF8C6FF-6E97-47A9-BAC9-B4CACF7BAE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87"/>
          <a:stretch/>
        </p:blipFill>
        <p:spPr>
          <a:xfrm>
            <a:off x="-2" y="-12839"/>
            <a:ext cx="4903305" cy="6870839"/>
          </a:xfrm>
          <a:prstGeom prst="rect">
            <a:avLst/>
          </a:prstGeom>
        </p:spPr>
      </p:pic>
      <p:pic>
        <p:nvPicPr>
          <p:cNvPr id="7" name="Imagem 6" descr="Uma imagem contendo Texto&#10;&#10;Descrição gerada automaticamente">
            <a:extLst>
              <a:ext uri="{FF2B5EF4-FFF2-40B4-BE49-F238E27FC236}">
                <a16:creationId xmlns:a16="http://schemas.microsoft.com/office/drawing/2014/main" id="{C8BD3CBC-BA47-4ADE-A69B-5325E5E2AB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17" b="50000"/>
          <a:stretch/>
        </p:blipFill>
        <p:spPr>
          <a:xfrm>
            <a:off x="5539408" y="1542635"/>
            <a:ext cx="6406671" cy="377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89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exto&#10;&#10;Descrição gerada automaticamente com confiança média">
            <a:extLst>
              <a:ext uri="{FF2B5EF4-FFF2-40B4-BE49-F238E27FC236}">
                <a16:creationId xmlns:a16="http://schemas.microsoft.com/office/drawing/2014/main" id="{CAE624D4-FDF8-44BC-BD00-4D2E567A9F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88"/>
          <a:stretch/>
        </p:blipFill>
        <p:spPr>
          <a:xfrm>
            <a:off x="31269" y="0"/>
            <a:ext cx="6140376" cy="6858000"/>
          </a:xfrm>
          <a:prstGeom prst="rect">
            <a:avLst/>
          </a:prstGeom>
        </p:spPr>
      </p:pic>
      <p:pic>
        <p:nvPicPr>
          <p:cNvPr id="7" name="Imagem 6" descr="Interface gráfica do usuário, Texto&#10;&#10;Descrição gerada automaticamente com confiança média">
            <a:extLst>
              <a:ext uri="{FF2B5EF4-FFF2-40B4-BE49-F238E27FC236}">
                <a16:creationId xmlns:a16="http://schemas.microsoft.com/office/drawing/2014/main" id="{F88E700C-1AAF-42D3-A41C-75728F5824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6" r="690" b="41371"/>
          <a:stretch/>
        </p:blipFill>
        <p:spPr>
          <a:xfrm>
            <a:off x="6347791" y="1575352"/>
            <a:ext cx="5499652" cy="303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48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DA2C42A-999F-48F6-8D4A-1BAA3DEE5FAE}"/>
              </a:ext>
            </a:extLst>
          </p:cNvPr>
          <p:cNvGrpSpPr/>
          <p:nvPr/>
        </p:nvGrpSpPr>
        <p:grpSpPr>
          <a:xfrm>
            <a:off x="0" y="0"/>
            <a:ext cx="12192000" cy="3429000"/>
            <a:chOff x="0" y="0"/>
            <a:chExt cx="12228890" cy="3233531"/>
          </a:xfrm>
        </p:grpSpPr>
        <p:pic>
          <p:nvPicPr>
            <p:cNvPr id="5" name="Imagem 4" descr="Código QR&#10;&#10;Descrição gerada automaticamente com confiança média">
              <a:extLst>
                <a:ext uri="{FF2B5EF4-FFF2-40B4-BE49-F238E27FC236}">
                  <a16:creationId xmlns:a16="http://schemas.microsoft.com/office/drawing/2014/main" id="{5D710EFF-1267-407E-AF7F-4D734C125F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2" t="2340" b="2606"/>
            <a:stretch/>
          </p:blipFill>
          <p:spPr>
            <a:xfrm>
              <a:off x="0" y="0"/>
              <a:ext cx="12228890" cy="2517913"/>
            </a:xfrm>
            <a:prstGeom prst="rect">
              <a:avLst/>
            </a:prstGeom>
          </p:spPr>
        </p:pic>
        <p:pic>
          <p:nvPicPr>
            <p:cNvPr id="7" name="Imagem 6" descr="Código QR&#10;&#10;Descrição gerada automaticamente com confiança média">
              <a:extLst>
                <a:ext uri="{FF2B5EF4-FFF2-40B4-BE49-F238E27FC236}">
                  <a16:creationId xmlns:a16="http://schemas.microsoft.com/office/drawing/2014/main" id="{ECC7372C-48F6-4ABB-8FF6-EE7F22108D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47" t="3402" r="71263" b="58787"/>
            <a:stretch/>
          </p:blipFill>
          <p:spPr>
            <a:xfrm>
              <a:off x="4435463" y="2223674"/>
              <a:ext cx="1475006" cy="1009857"/>
            </a:xfrm>
            <a:prstGeom prst="rect">
              <a:avLst/>
            </a:prstGeom>
          </p:spPr>
        </p:pic>
        <p:pic>
          <p:nvPicPr>
            <p:cNvPr id="9" name="Imagem 8" descr="Código QR&#10;&#10;Descrição gerada automaticamente com confiança média">
              <a:extLst>
                <a:ext uri="{FF2B5EF4-FFF2-40B4-BE49-F238E27FC236}">
                  <a16:creationId xmlns:a16="http://schemas.microsoft.com/office/drawing/2014/main" id="{53108B47-A674-42A1-936D-EC4F00CB17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53" t="1700" r="61621" b="57833"/>
            <a:stretch/>
          </p:blipFill>
          <p:spPr>
            <a:xfrm rot="10800000">
              <a:off x="3021494" y="2027585"/>
              <a:ext cx="1272209" cy="1023751"/>
            </a:xfrm>
            <a:prstGeom prst="rect">
              <a:avLst/>
            </a:prstGeom>
          </p:spPr>
        </p:pic>
      </p:grpSp>
      <p:pic>
        <p:nvPicPr>
          <p:cNvPr id="15" name="Imagem 14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58D05B37-5D10-412E-80E3-208A13D49B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1" b="5182"/>
          <a:stretch/>
        </p:blipFill>
        <p:spPr>
          <a:xfrm>
            <a:off x="1113181" y="3338143"/>
            <a:ext cx="9322284" cy="1387609"/>
          </a:xfrm>
          <a:prstGeom prst="rect">
            <a:avLst/>
          </a:prstGeom>
        </p:spPr>
      </p:pic>
      <p:pic>
        <p:nvPicPr>
          <p:cNvPr id="17" name="Imagem 16" descr="Interface gráfica do usuário&#10;&#10;Descrição gerada automaticamente com confiança média">
            <a:extLst>
              <a:ext uri="{FF2B5EF4-FFF2-40B4-BE49-F238E27FC236}">
                <a16:creationId xmlns:a16="http://schemas.microsoft.com/office/drawing/2014/main" id="{552F99C9-9608-4FF7-928E-CF5374AF723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93" b="8235"/>
          <a:stretch/>
        </p:blipFill>
        <p:spPr>
          <a:xfrm>
            <a:off x="1164637" y="4977660"/>
            <a:ext cx="4609686" cy="1683026"/>
          </a:xfrm>
          <a:prstGeom prst="rect">
            <a:avLst/>
          </a:prstGeom>
        </p:spPr>
      </p:pic>
      <p:grpSp>
        <p:nvGrpSpPr>
          <p:cNvPr id="21" name="Agrupar 20">
            <a:extLst>
              <a:ext uri="{FF2B5EF4-FFF2-40B4-BE49-F238E27FC236}">
                <a16:creationId xmlns:a16="http://schemas.microsoft.com/office/drawing/2014/main" id="{31300DB5-5CFC-4613-BEB5-44C9BFB7AA88}"/>
              </a:ext>
            </a:extLst>
          </p:cNvPr>
          <p:cNvGrpSpPr/>
          <p:nvPr/>
        </p:nvGrpSpPr>
        <p:grpSpPr>
          <a:xfrm>
            <a:off x="5950224" y="5083819"/>
            <a:ext cx="4485241" cy="1727795"/>
            <a:chOff x="4837043" y="4858535"/>
            <a:chExt cx="4485241" cy="1727795"/>
          </a:xfrm>
        </p:grpSpPr>
        <p:pic>
          <p:nvPicPr>
            <p:cNvPr id="19" name="Imagem 18" descr="Interface gráfica do usuário&#10;&#10;Descrição gerada automaticamente com confiança média">
              <a:extLst>
                <a:ext uri="{FF2B5EF4-FFF2-40B4-BE49-F238E27FC236}">
                  <a16:creationId xmlns:a16="http://schemas.microsoft.com/office/drawing/2014/main" id="{1E09F483-AA41-4B12-9A98-F2C968D539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4611" r="1195"/>
            <a:stretch/>
          </p:blipFill>
          <p:spPr>
            <a:xfrm>
              <a:off x="4837043" y="4858535"/>
              <a:ext cx="4485241" cy="1705849"/>
            </a:xfrm>
            <a:prstGeom prst="rect">
              <a:avLst/>
            </a:prstGeom>
          </p:spPr>
        </p:pic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2B6B9DA3-BDA4-4E56-BE01-EC071DFAE545}"/>
                </a:ext>
              </a:extLst>
            </p:cNvPr>
            <p:cNvSpPr/>
            <p:nvPr/>
          </p:nvSpPr>
          <p:spPr>
            <a:xfrm>
              <a:off x="5579165" y="6122504"/>
              <a:ext cx="3743119" cy="4638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520374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&#10;&#10;Descrição gerada automaticamente">
            <a:extLst>
              <a:ext uri="{FF2B5EF4-FFF2-40B4-BE49-F238E27FC236}">
                <a16:creationId xmlns:a16="http://schemas.microsoft.com/office/drawing/2014/main" id="{FAF1605B-1659-4041-96B9-EA46AECBA4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1" r="53901"/>
          <a:stretch/>
        </p:blipFill>
        <p:spPr>
          <a:xfrm>
            <a:off x="13254" y="0"/>
            <a:ext cx="7169426" cy="6858000"/>
          </a:xfrm>
          <a:prstGeom prst="rect">
            <a:avLst/>
          </a:prstGeom>
        </p:spPr>
      </p:pic>
      <p:pic>
        <p:nvPicPr>
          <p:cNvPr id="7" name="Imagem 6" descr="Interface gráfica do usuário&#10;&#10;Descrição gerada automaticamente">
            <a:extLst>
              <a:ext uri="{FF2B5EF4-FFF2-40B4-BE49-F238E27FC236}">
                <a16:creationId xmlns:a16="http://schemas.microsoft.com/office/drawing/2014/main" id="{E7746D38-CE6C-429C-A511-5A1DFA8311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82" r="4348"/>
          <a:stretch/>
        </p:blipFill>
        <p:spPr>
          <a:xfrm>
            <a:off x="7208598" y="1237017"/>
            <a:ext cx="4850880" cy="37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58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&#10;&#10;Descrição gerada automaticamente">
            <a:extLst>
              <a:ext uri="{FF2B5EF4-FFF2-40B4-BE49-F238E27FC236}">
                <a16:creationId xmlns:a16="http://schemas.microsoft.com/office/drawing/2014/main" id="{89F49909-E46C-413B-80CE-5CBEAFBF9A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" r="760"/>
          <a:stretch/>
        </p:blipFill>
        <p:spPr>
          <a:xfrm>
            <a:off x="351183" y="246593"/>
            <a:ext cx="11489634" cy="636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873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8659C6F-1C64-4261-AF2F-184D702928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4" r="4525"/>
          <a:stretch/>
        </p:blipFill>
        <p:spPr>
          <a:xfrm>
            <a:off x="117580" y="992665"/>
            <a:ext cx="11956840" cy="487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08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E041FCF6-E273-491B-801C-F08C78B479FC}"/>
              </a:ext>
            </a:extLst>
          </p:cNvPr>
          <p:cNvGrpSpPr/>
          <p:nvPr/>
        </p:nvGrpSpPr>
        <p:grpSpPr>
          <a:xfrm>
            <a:off x="-19589" y="0"/>
            <a:ext cx="12211589" cy="6858000"/>
            <a:chOff x="-19589" y="0"/>
            <a:chExt cx="12211589" cy="6858000"/>
          </a:xfrm>
        </p:grpSpPr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0DD9F651-B8A1-4DCC-AC3C-6CF894596212}"/>
                </a:ext>
              </a:extLst>
            </p:cNvPr>
            <p:cNvGrpSpPr/>
            <p:nvPr/>
          </p:nvGrpSpPr>
          <p:grpSpPr>
            <a:xfrm>
              <a:off x="-19589" y="0"/>
              <a:ext cx="12211589" cy="6858000"/>
              <a:chOff x="-19589" y="0"/>
              <a:chExt cx="12211589" cy="6858000"/>
            </a:xfrm>
          </p:grpSpPr>
          <p:pic>
            <p:nvPicPr>
              <p:cNvPr id="1026" name="Picture 2" descr="Encontro com Fátima Bernardes | Assista online no Globoplay">
                <a:extLst>
                  <a:ext uri="{FF2B5EF4-FFF2-40B4-BE49-F238E27FC236}">
                    <a16:creationId xmlns:a16="http://schemas.microsoft.com/office/drawing/2014/main" id="{A5A1D7C2-20C2-45D6-8982-3881F94739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19060" y="0"/>
                <a:ext cx="4631709" cy="685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" name="Agrupar 4">
                <a:extLst>
                  <a:ext uri="{FF2B5EF4-FFF2-40B4-BE49-F238E27FC236}">
                    <a16:creationId xmlns:a16="http://schemas.microsoft.com/office/drawing/2014/main" id="{FAC4514B-2E18-4314-A350-F4329E377719}"/>
                  </a:ext>
                </a:extLst>
              </p:cNvPr>
              <p:cNvGrpSpPr/>
              <p:nvPr/>
            </p:nvGrpSpPr>
            <p:grpSpPr>
              <a:xfrm>
                <a:off x="8050769" y="3974659"/>
                <a:ext cx="4141231" cy="1114176"/>
                <a:chOff x="8050769" y="3974659"/>
                <a:chExt cx="4141231" cy="1114176"/>
              </a:xfrm>
            </p:grpSpPr>
            <p:grpSp>
              <p:nvGrpSpPr>
                <p:cNvPr id="4" name="Agrupar 3">
                  <a:extLst>
                    <a:ext uri="{FF2B5EF4-FFF2-40B4-BE49-F238E27FC236}">
                      <a16:creationId xmlns:a16="http://schemas.microsoft.com/office/drawing/2014/main" id="{05D0C533-0D13-4DC8-B817-7E16A03ABC21}"/>
                    </a:ext>
                  </a:extLst>
                </p:cNvPr>
                <p:cNvGrpSpPr/>
                <p:nvPr/>
              </p:nvGrpSpPr>
              <p:grpSpPr>
                <a:xfrm>
                  <a:off x="8050769" y="3974660"/>
                  <a:ext cx="4141231" cy="1114175"/>
                  <a:chOff x="8050769" y="3974660"/>
                  <a:chExt cx="4141231" cy="1114175"/>
                </a:xfrm>
              </p:grpSpPr>
              <p:pic>
                <p:nvPicPr>
                  <p:cNvPr id="1028" name="Picture 4" descr="Encontro com Fátima Bernardes | Assista online no Globoplay">
                    <a:extLst>
                      <a:ext uri="{FF2B5EF4-FFF2-40B4-BE49-F238E27FC236}">
                        <a16:creationId xmlns:a16="http://schemas.microsoft.com/office/drawing/2014/main" id="{21D4AB88-4E4E-443D-8B23-7D8F2F84D34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4170" t="58690" r="457" b="25995"/>
                  <a:stretch/>
                </p:blipFill>
                <p:spPr bwMode="auto">
                  <a:xfrm>
                    <a:off x="8050769" y="3974660"/>
                    <a:ext cx="755373" cy="111417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" name="Picture 4" descr="Encontro com Fátima Bernardes | Assista online no Globoplay">
                    <a:extLst>
                      <a:ext uri="{FF2B5EF4-FFF2-40B4-BE49-F238E27FC236}">
                        <a16:creationId xmlns:a16="http://schemas.microsoft.com/office/drawing/2014/main" id="{E83CFFB7-CB96-436A-B6F5-3DF222B8A00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4170" t="58690" r="457" b="25995"/>
                  <a:stretch/>
                </p:blipFill>
                <p:spPr bwMode="auto">
                  <a:xfrm>
                    <a:off x="8804132" y="3974660"/>
                    <a:ext cx="3387868" cy="111417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8" name="Agrupar 7">
                  <a:extLst>
                    <a:ext uri="{FF2B5EF4-FFF2-40B4-BE49-F238E27FC236}">
                      <a16:creationId xmlns:a16="http://schemas.microsoft.com/office/drawing/2014/main" id="{135B620C-B788-44CC-98CD-2457959AB0EB}"/>
                    </a:ext>
                  </a:extLst>
                </p:cNvPr>
                <p:cNvGrpSpPr/>
                <p:nvPr/>
              </p:nvGrpSpPr>
              <p:grpSpPr>
                <a:xfrm>
                  <a:off x="9561661" y="3974660"/>
                  <a:ext cx="1517445" cy="1114175"/>
                  <a:chOff x="8050769" y="3974660"/>
                  <a:chExt cx="1517445" cy="1114175"/>
                </a:xfrm>
              </p:grpSpPr>
              <p:pic>
                <p:nvPicPr>
                  <p:cNvPr id="9" name="Picture 4" descr="Encontro com Fátima Bernardes | Assista online no Globoplay">
                    <a:extLst>
                      <a:ext uri="{FF2B5EF4-FFF2-40B4-BE49-F238E27FC236}">
                        <a16:creationId xmlns:a16="http://schemas.microsoft.com/office/drawing/2014/main" id="{77E6DB35-A5C6-4334-AD19-BC7AD2071AE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4170" t="58690" r="457" b="25995"/>
                  <a:stretch/>
                </p:blipFill>
                <p:spPr bwMode="auto">
                  <a:xfrm>
                    <a:off x="8050769" y="3974660"/>
                    <a:ext cx="755373" cy="111417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0" name="Picture 4" descr="Encontro com Fátima Bernardes | Assista online no Globoplay">
                    <a:extLst>
                      <a:ext uri="{FF2B5EF4-FFF2-40B4-BE49-F238E27FC236}">
                        <a16:creationId xmlns:a16="http://schemas.microsoft.com/office/drawing/2014/main" id="{1B0414B1-19B6-48A5-8780-9BAEF2CDFDB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4170" t="58690" r="457" b="25995"/>
                  <a:stretch/>
                </p:blipFill>
                <p:spPr bwMode="auto">
                  <a:xfrm>
                    <a:off x="8812841" y="3974660"/>
                    <a:ext cx="755373" cy="111417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11" name="Agrupar 10">
                  <a:extLst>
                    <a:ext uri="{FF2B5EF4-FFF2-40B4-BE49-F238E27FC236}">
                      <a16:creationId xmlns:a16="http://schemas.microsoft.com/office/drawing/2014/main" id="{68F41B2D-104C-43DA-B6E6-C66CCB47772B}"/>
                    </a:ext>
                  </a:extLst>
                </p:cNvPr>
                <p:cNvGrpSpPr/>
                <p:nvPr/>
              </p:nvGrpSpPr>
              <p:grpSpPr>
                <a:xfrm>
                  <a:off x="11019761" y="3974659"/>
                  <a:ext cx="1172239" cy="1114175"/>
                  <a:chOff x="8050769" y="3974660"/>
                  <a:chExt cx="1172239" cy="1114175"/>
                </a:xfrm>
              </p:grpSpPr>
              <p:pic>
                <p:nvPicPr>
                  <p:cNvPr id="12" name="Picture 4" descr="Encontro com Fátima Bernardes | Assista online no Globoplay">
                    <a:extLst>
                      <a:ext uri="{FF2B5EF4-FFF2-40B4-BE49-F238E27FC236}">
                        <a16:creationId xmlns:a16="http://schemas.microsoft.com/office/drawing/2014/main" id="{805DC378-E009-41BD-9BBD-DC0BF9F6AAA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4170" t="58690" r="457" b="25995"/>
                  <a:stretch/>
                </p:blipFill>
                <p:spPr bwMode="auto">
                  <a:xfrm>
                    <a:off x="8050769" y="3974660"/>
                    <a:ext cx="755373" cy="111417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3" name="Picture 4" descr="Encontro com Fátima Bernardes | Assista online no Globoplay">
                    <a:extLst>
                      <a:ext uri="{FF2B5EF4-FFF2-40B4-BE49-F238E27FC236}">
                        <a16:creationId xmlns:a16="http://schemas.microsoft.com/office/drawing/2014/main" id="{5165FEF5-743A-47F9-B3DA-C2259FE4038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4170" t="58690" r="7213" b="25995"/>
                  <a:stretch/>
                </p:blipFill>
                <p:spPr bwMode="auto">
                  <a:xfrm>
                    <a:off x="8799589" y="3974660"/>
                    <a:ext cx="423419" cy="111417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grpSp>
            <p:nvGrpSpPr>
              <p:cNvPr id="15" name="Agrupar 14">
                <a:extLst>
                  <a:ext uri="{FF2B5EF4-FFF2-40B4-BE49-F238E27FC236}">
                    <a16:creationId xmlns:a16="http://schemas.microsoft.com/office/drawing/2014/main" id="{15AF11CB-D2F1-4431-9C10-F2CE56AC816C}"/>
                  </a:ext>
                </a:extLst>
              </p:cNvPr>
              <p:cNvGrpSpPr/>
              <p:nvPr/>
            </p:nvGrpSpPr>
            <p:grpSpPr>
              <a:xfrm>
                <a:off x="-12891" y="3974659"/>
                <a:ext cx="3445203" cy="1114176"/>
                <a:chOff x="8746797" y="3974659"/>
                <a:chExt cx="3445203" cy="1114176"/>
              </a:xfrm>
            </p:grpSpPr>
            <p:grpSp>
              <p:nvGrpSpPr>
                <p:cNvPr id="16" name="Agrupar 15">
                  <a:extLst>
                    <a:ext uri="{FF2B5EF4-FFF2-40B4-BE49-F238E27FC236}">
                      <a16:creationId xmlns:a16="http://schemas.microsoft.com/office/drawing/2014/main" id="{9765DE27-F726-46C0-93A3-F9E86E0FD96C}"/>
                    </a:ext>
                  </a:extLst>
                </p:cNvPr>
                <p:cNvGrpSpPr/>
                <p:nvPr/>
              </p:nvGrpSpPr>
              <p:grpSpPr>
                <a:xfrm>
                  <a:off x="8746797" y="3974660"/>
                  <a:ext cx="821418" cy="1114175"/>
                  <a:chOff x="8746797" y="3974660"/>
                  <a:chExt cx="821418" cy="1114175"/>
                </a:xfrm>
              </p:grpSpPr>
              <p:pic>
                <p:nvPicPr>
                  <p:cNvPr id="23" name="Picture 4" descr="Encontro com Fátima Bernardes | Assista online no Globoplay">
                    <a:extLst>
                      <a:ext uri="{FF2B5EF4-FFF2-40B4-BE49-F238E27FC236}">
                        <a16:creationId xmlns:a16="http://schemas.microsoft.com/office/drawing/2014/main" id="{65B28F73-5D74-4399-89AD-E022DC9C844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98335" t="58690" r="457" b="25995"/>
                  <a:stretch/>
                </p:blipFill>
                <p:spPr bwMode="auto">
                  <a:xfrm>
                    <a:off x="8746797" y="3974660"/>
                    <a:ext cx="59345" cy="111417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4" name="Picture 4" descr="Encontro com Fátima Bernardes | Assista online no Globoplay">
                    <a:extLst>
                      <a:ext uri="{FF2B5EF4-FFF2-40B4-BE49-F238E27FC236}">
                        <a16:creationId xmlns:a16="http://schemas.microsoft.com/office/drawing/2014/main" id="{B0F67808-0DDF-403B-95BC-67FA593F6FB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4170" t="58690" r="457" b="25995"/>
                  <a:stretch/>
                </p:blipFill>
                <p:spPr bwMode="auto">
                  <a:xfrm>
                    <a:off x="8759689" y="3974660"/>
                    <a:ext cx="808526" cy="111417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17" name="Agrupar 16">
                  <a:extLst>
                    <a:ext uri="{FF2B5EF4-FFF2-40B4-BE49-F238E27FC236}">
                      <a16:creationId xmlns:a16="http://schemas.microsoft.com/office/drawing/2014/main" id="{4604034E-B667-4E0A-9143-ED4D1A18F093}"/>
                    </a:ext>
                  </a:extLst>
                </p:cNvPr>
                <p:cNvGrpSpPr/>
                <p:nvPr/>
              </p:nvGrpSpPr>
              <p:grpSpPr>
                <a:xfrm>
                  <a:off x="8759689" y="3974660"/>
                  <a:ext cx="2319418" cy="1114175"/>
                  <a:chOff x="7248797" y="3974660"/>
                  <a:chExt cx="2319418" cy="1114175"/>
                </a:xfrm>
              </p:grpSpPr>
              <p:pic>
                <p:nvPicPr>
                  <p:cNvPr id="21" name="Picture 4" descr="Encontro com Fátima Bernardes | Assista online no Globoplay">
                    <a:extLst>
                      <a:ext uri="{FF2B5EF4-FFF2-40B4-BE49-F238E27FC236}">
                        <a16:creationId xmlns:a16="http://schemas.microsoft.com/office/drawing/2014/main" id="{5E8C74FA-9EC5-4775-B299-5C412C72011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4170" t="58690" r="457" b="25995"/>
                  <a:stretch/>
                </p:blipFill>
                <p:spPr bwMode="auto">
                  <a:xfrm>
                    <a:off x="8059478" y="3974660"/>
                    <a:ext cx="755373" cy="111417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2" name="Picture 4" descr="Encontro com Fátima Bernardes | Assista online no Globoplay">
                    <a:extLst>
                      <a:ext uri="{FF2B5EF4-FFF2-40B4-BE49-F238E27FC236}">
                        <a16:creationId xmlns:a16="http://schemas.microsoft.com/office/drawing/2014/main" id="{7F93662F-F51E-4441-8F8A-1AE046025C1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4170" t="58690" r="457" b="25995"/>
                  <a:stretch/>
                </p:blipFill>
                <p:spPr bwMode="auto">
                  <a:xfrm>
                    <a:off x="7248797" y="3974660"/>
                    <a:ext cx="2319418" cy="111417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18" name="Agrupar 17">
                  <a:extLst>
                    <a:ext uri="{FF2B5EF4-FFF2-40B4-BE49-F238E27FC236}">
                      <a16:creationId xmlns:a16="http://schemas.microsoft.com/office/drawing/2014/main" id="{E066B4D7-3ED8-469D-A0F1-49A4274B5BFE}"/>
                    </a:ext>
                  </a:extLst>
                </p:cNvPr>
                <p:cNvGrpSpPr/>
                <p:nvPr/>
              </p:nvGrpSpPr>
              <p:grpSpPr>
                <a:xfrm>
                  <a:off x="11019761" y="3974659"/>
                  <a:ext cx="1172239" cy="1114175"/>
                  <a:chOff x="8050769" y="3974660"/>
                  <a:chExt cx="1172239" cy="1114175"/>
                </a:xfrm>
              </p:grpSpPr>
              <p:pic>
                <p:nvPicPr>
                  <p:cNvPr id="19" name="Picture 4" descr="Encontro com Fátima Bernardes | Assista online no Globoplay">
                    <a:extLst>
                      <a:ext uri="{FF2B5EF4-FFF2-40B4-BE49-F238E27FC236}">
                        <a16:creationId xmlns:a16="http://schemas.microsoft.com/office/drawing/2014/main" id="{2D165AF9-B265-474E-B751-9DD369DB92C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4170" t="58690" r="457" b="25995"/>
                  <a:stretch/>
                </p:blipFill>
                <p:spPr bwMode="auto">
                  <a:xfrm>
                    <a:off x="8050769" y="3974660"/>
                    <a:ext cx="755373" cy="111417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0" name="Picture 4" descr="Encontro com Fátima Bernardes | Assista online no Globoplay">
                    <a:extLst>
                      <a:ext uri="{FF2B5EF4-FFF2-40B4-BE49-F238E27FC236}">
                        <a16:creationId xmlns:a16="http://schemas.microsoft.com/office/drawing/2014/main" id="{97D88106-9977-44DD-8F5A-55560C9A1C2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4170" t="58690" r="7213" b="25995"/>
                  <a:stretch/>
                </p:blipFill>
                <p:spPr bwMode="auto">
                  <a:xfrm>
                    <a:off x="8799589" y="3974660"/>
                    <a:ext cx="423419" cy="111417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grpSp>
            <p:nvGrpSpPr>
              <p:cNvPr id="7" name="Agrupar 6">
                <a:extLst>
                  <a:ext uri="{FF2B5EF4-FFF2-40B4-BE49-F238E27FC236}">
                    <a16:creationId xmlns:a16="http://schemas.microsoft.com/office/drawing/2014/main" id="{AE96B078-4232-4AA6-ADDC-3BABD4EF8D6C}"/>
                  </a:ext>
                </a:extLst>
              </p:cNvPr>
              <p:cNvGrpSpPr/>
              <p:nvPr/>
            </p:nvGrpSpPr>
            <p:grpSpPr>
              <a:xfrm>
                <a:off x="-19589" y="5088834"/>
                <a:ext cx="3451902" cy="1769166"/>
                <a:chOff x="-19589" y="5088834"/>
                <a:chExt cx="3451902" cy="1769166"/>
              </a:xfrm>
            </p:grpSpPr>
            <p:pic>
              <p:nvPicPr>
                <p:cNvPr id="25" name="Picture 2" descr="Encontro com Fátima Bernardes | Assista online no Globoplay">
                  <a:extLst>
                    <a:ext uri="{FF2B5EF4-FFF2-40B4-BE49-F238E27FC236}">
                      <a16:creationId xmlns:a16="http://schemas.microsoft.com/office/drawing/2014/main" id="{44DD5385-24EE-4E46-9ED3-4C879F0C4AD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85507" r="63520"/>
                <a:stretch/>
              </p:blipFill>
              <p:spPr bwMode="auto">
                <a:xfrm>
                  <a:off x="-9797" y="5088834"/>
                  <a:ext cx="1689653" cy="17691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6" name="Picture 2" descr="Encontro com Fátima Bernardes | Assista online no Globoplay">
                  <a:extLst>
                    <a:ext uri="{FF2B5EF4-FFF2-40B4-BE49-F238E27FC236}">
                      <a16:creationId xmlns:a16="http://schemas.microsoft.com/office/drawing/2014/main" id="{4240B8D7-CD49-4578-9283-25ECA118F47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85507" r="63520"/>
                <a:stretch/>
              </p:blipFill>
              <p:spPr bwMode="auto">
                <a:xfrm>
                  <a:off x="-19589" y="5088834"/>
                  <a:ext cx="3451902" cy="17691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28" name="Agrupar 27">
                <a:extLst>
                  <a:ext uri="{FF2B5EF4-FFF2-40B4-BE49-F238E27FC236}">
                    <a16:creationId xmlns:a16="http://schemas.microsoft.com/office/drawing/2014/main" id="{68EAAC7A-C352-495A-BC10-99992EA05D79}"/>
                  </a:ext>
                </a:extLst>
              </p:cNvPr>
              <p:cNvGrpSpPr/>
              <p:nvPr/>
            </p:nvGrpSpPr>
            <p:grpSpPr>
              <a:xfrm>
                <a:off x="8050768" y="5088834"/>
                <a:ext cx="4141232" cy="1769166"/>
                <a:chOff x="-9798" y="5088834"/>
                <a:chExt cx="3442110" cy="1769166"/>
              </a:xfrm>
            </p:grpSpPr>
            <p:pic>
              <p:nvPicPr>
                <p:cNvPr id="29" name="Picture 2" descr="Encontro com Fátima Bernardes | Assista online no Globoplay">
                  <a:extLst>
                    <a:ext uri="{FF2B5EF4-FFF2-40B4-BE49-F238E27FC236}">
                      <a16:creationId xmlns:a16="http://schemas.microsoft.com/office/drawing/2014/main" id="{1A35ED22-2EB8-4408-A6FA-77C89A27334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85507" r="63520"/>
                <a:stretch/>
              </p:blipFill>
              <p:spPr bwMode="auto">
                <a:xfrm>
                  <a:off x="-9798" y="5088834"/>
                  <a:ext cx="3442109" cy="17691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0" name="Picture 2" descr="Encontro com Fátima Bernardes | Assista online no Globoplay">
                  <a:extLst>
                    <a:ext uri="{FF2B5EF4-FFF2-40B4-BE49-F238E27FC236}">
                      <a16:creationId xmlns:a16="http://schemas.microsoft.com/office/drawing/2014/main" id="{E0D27764-E403-430D-8279-42C6A0F5441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85507" r="63520"/>
                <a:stretch/>
              </p:blipFill>
              <p:spPr bwMode="auto">
                <a:xfrm>
                  <a:off x="1683025" y="5088834"/>
                  <a:ext cx="1749287" cy="17691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pic>
          <p:nvPicPr>
            <p:cNvPr id="32" name="Picture 2" descr="Encontro com Fátima Bernardes | Assista online no Globoplay">
              <a:extLst>
                <a:ext uri="{FF2B5EF4-FFF2-40B4-BE49-F238E27FC236}">
                  <a16:creationId xmlns:a16="http://schemas.microsoft.com/office/drawing/2014/main" id="{8575DA60-7683-44D5-BD12-7E84968FBA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500" r="1723" b="44266"/>
            <a:stretch/>
          </p:blipFill>
          <p:spPr bwMode="auto">
            <a:xfrm>
              <a:off x="8050769" y="1"/>
              <a:ext cx="4141231" cy="39746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2" descr="Encontro com Fátima Bernardes | Assista online no Globoplay">
              <a:extLst>
                <a:ext uri="{FF2B5EF4-FFF2-40B4-BE49-F238E27FC236}">
                  <a16:creationId xmlns:a16="http://schemas.microsoft.com/office/drawing/2014/main" id="{F5DD3387-D36D-47CF-A617-1CDE4ECC9E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523" b="66667"/>
            <a:stretch/>
          </p:blipFill>
          <p:spPr bwMode="auto">
            <a:xfrm flipH="1">
              <a:off x="-1" y="0"/>
              <a:ext cx="3432312" cy="2014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2" descr="Encontro com Fátima Bernardes | Assista online no Globoplay">
              <a:extLst>
                <a:ext uri="{FF2B5EF4-FFF2-40B4-BE49-F238E27FC236}">
                  <a16:creationId xmlns:a16="http://schemas.microsoft.com/office/drawing/2014/main" id="{43EEE455-4641-4CE5-A324-89121317D39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500" t="17446" r="1723" b="44266"/>
            <a:stretch/>
          </p:blipFill>
          <p:spPr bwMode="auto">
            <a:xfrm>
              <a:off x="-13252" y="2014330"/>
              <a:ext cx="3432312" cy="19603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EF42A9E-1E3B-4A71-841F-C9C2763C9CE8}"/>
              </a:ext>
            </a:extLst>
          </p:cNvPr>
          <p:cNvSpPr txBox="1"/>
          <p:nvPr/>
        </p:nvSpPr>
        <p:spPr>
          <a:xfrm>
            <a:off x="6646256" y="6247294"/>
            <a:ext cx="29154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ge Italic" panose="03070502040507070304" pitchFamily="66" charset="0"/>
              </a:rPr>
              <a:t>André Barros</a:t>
            </a:r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191B8A73-87A4-44E4-8816-713D915E7BC9}"/>
              </a:ext>
            </a:extLst>
          </p:cNvPr>
          <p:cNvSpPr/>
          <p:nvPr/>
        </p:nvSpPr>
        <p:spPr>
          <a:xfrm rot="21386320">
            <a:off x="4770929" y="5973417"/>
            <a:ext cx="2690191" cy="384313"/>
          </a:xfrm>
          <a:custGeom>
            <a:avLst/>
            <a:gdLst>
              <a:gd name="connsiteX0" fmla="*/ 0 w 2690191"/>
              <a:gd name="connsiteY0" fmla="*/ 278296 h 384313"/>
              <a:gd name="connsiteX1" fmla="*/ 278296 w 2690191"/>
              <a:gd name="connsiteY1" fmla="*/ 198783 h 384313"/>
              <a:gd name="connsiteX2" fmla="*/ 384313 w 2690191"/>
              <a:gd name="connsiteY2" fmla="*/ 172278 h 384313"/>
              <a:gd name="connsiteX3" fmla="*/ 702365 w 2690191"/>
              <a:gd name="connsiteY3" fmla="*/ 251791 h 384313"/>
              <a:gd name="connsiteX4" fmla="*/ 834887 w 2690191"/>
              <a:gd name="connsiteY4" fmla="*/ 265043 h 384313"/>
              <a:gd name="connsiteX5" fmla="*/ 967409 w 2690191"/>
              <a:gd name="connsiteY5" fmla="*/ 304800 h 384313"/>
              <a:gd name="connsiteX6" fmla="*/ 1550504 w 2690191"/>
              <a:gd name="connsiteY6" fmla="*/ 384313 h 384313"/>
              <a:gd name="connsiteX7" fmla="*/ 1789044 w 2690191"/>
              <a:gd name="connsiteY7" fmla="*/ 318052 h 384313"/>
              <a:gd name="connsiteX8" fmla="*/ 1828800 w 2690191"/>
              <a:gd name="connsiteY8" fmla="*/ 291548 h 384313"/>
              <a:gd name="connsiteX9" fmla="*/ 1961322 w 2690191"/>
              <a:gd name="connsiteY9" fmla="*/ 172278 h 384313"/>
              <a:gd name="connsiteX10" fmla="*/ 2305878 w 2690191"/>
              <a:gd name="connsiteY10" fmla="*/ 66261 h 384313"/>
              <a:gd name="connsiteX11" fmla="*/ 2398644 w 2690191"/>
              <a:gd name="connsiteY11" fmla="*/ 106017 h 384313"/>
              <a:gd name="connsiteX12" fmla="*/ 2584174 w 2690191"/>
              <a:gd name="connsiteY12" fmla="*/ 145774 h 384313"/>
              <a:gd name="connsiteX13" fmla="*/ 2676939 w 2690191"/>
              <a:gd name="connsiteY13" fmla="*/ 39756 h 384313"/>
              <a:gd name="connsiteX14" fmla="*/ 2690191 w 2690191"/>
              <a:gd name="connsiteY14" fmla="*/ 0 h 384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0191" h="384313">
                <a:moveTo>
                  <a:pt x="0" y="278296"/>
                </a:moveTo>
                <a:cubicBezTo>
                  <a:pt x="155016" y="247291"/>
                  <a:pt x="-8311" y="282377"/>
                  <a:pt x="278296" y="198783"/>
                </a:cubicBezTo>
                <a:cubicBezTo>
                  <a:pt x="313266" y="188584"/>
                  <a:pt x="348974" y="181113"/>
                  <a:pt x="384313" y="172278"/>
                </a:cubicBezTo>
                <a:cubicBezTo>
                  <a:pt x="490330" y="198782"/>
                  <a:pt x="595330" y="229754"/>
                  <a:pt x="702365" y="251791"/>
                </a:cubicBezTo>
                <a:cubicBezTo>
                  <a:pt x="745847" y="260743"/>
                  <a:pt x="791355" y="256337"/>
                  <a:pt x="834887" y="265043"/>
                </a:cubicBezTo>
                <a:cubicBezTo>
                  <a:pt x="880110" y="274088"/>
                  <a:pt x="922104" y="296171"/>
                  <a:pt x="967409" y="304800"/>
                </a:cubicBezTo>
                <a:cubicBezTo>
                  <a:pt x="1291778" y="366585"/>
                  <a:pt x="1305507" y="363897"/>
                  <a:pt x="1550504" y="384313"/>
                </a:cubicBezTo>
                <a:cubicBezTo>
                  <a:pt x="1644919" y="363332"/>
                  <a:pt x="1698809" y="355650"/>
                  <a:pt x="1789044" y="318052"/>
                </a:cubicBezTo>
                <a:cubicBezTo>
                  <a:pt x="1803746" y="311926"/>
                  <a:pt x="1816707" y="301913"/>
                  <a:pt x="1828800" y="291548"/>
                </a:cubicBezTo>
                <a:cubicBezTo>
                  <a:pt x="1863009" y="262226"/>
                  <a:pt x="1922250" y="188151"/>
                  <a:pt x="1961322" y="172278"/>
                </a:cubicBezTo>
                <a:cubicBezTo>
                  <a:pt x="2072652" y="127050"/>
                  <a:pt x="2305878" y="66261"/>
                  <a:pt x="2305878" y="66261"/>
                </a:cubicBezTo>
                <a:cubicBezTo>
                  <a:pt x="2336800" y="79513"/>
                  <a:pt x="2366728" y="95378"/>
                  <a:pt x="2398644" y="106017"/>
                </a:cubicBezTo>
                <a:cubicBezTo>
                  <a:pt x="2464693" y="128033"/>
                  <a:pt x="2517441" y="134652"/>
                  <a:pt x="2584174" y="145774"/>
                </a:cubicBezTo>
                <a:cubicBezTo>
                  <a:pt x="2615096" y="110435"/>
                  <a:pt x="2649320" y="77732"/>
                  <a:pt x="2676939" y="39756"/>
                </a:cubicBezTo>
                <a:cubicBezTo>
                  <a:pt x="2685155" y="28459"/>
                  <a:pt x="2690191" y="0"/>
                  <a:pt x="2690191" y="0"/>
                </a:cubicBezTo>
              </a:path>
            </a:pathLst>
          </a:custGeom>
          <a:ln w="920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6FAE9DA8-2E0D-4095-8E17-9EA319E60510}"/>
              </a:ext>
            </a:extLst>
          </p:cNvPr>
          <p:cNvSpPr/>
          <p:nvPr/>
        </p:nvSpPr>
        <p:spPr>
          <a:xfrm>
            <a:off x="4697750" y="5829851"/>
            <a:ext cx="2690191" cy="384313"/>
          </a:xfrm>
          <a:custGeom>
            <a:avLst/>
            <a:gdLst>
              <a:gd name="connsiteX0" fmla="*/ 0 w 2690191"/>
              <a:gd name="connsiteY0" fmla="*/ 278296 h 384313"/>
              <a:gd name="connsiteX1" fmla="*/ 278296 w 2690191"/>
              <a:gd name="connsiteY1" fmla="*/ 198783 h 384313"/>
              <a:gd name="connsiteX2" fmla="*/ 384313 w 2690191"/>
              <a:gd name="connsiteY2" fmla="*/ 172278 h 384313"/>
              <a:gd name="connsiteX3" fmla="*/ 702365 w 2690191"/>
              <a:gd name="connsiteY3" fmla="*/ 251791 h 384313"/>
              <a:gd name="connsiteX4" fmla="*/ 834887 w 2690191"/>
              <a:gd name="connsiteY4" fmla="*/ 265043 h 384313"/>
              <a:gd name="connsiteX5" fmla="*/ 967409 w 2690191"/>
              <a:gd name="connsiteY5" fmla="*/ 304800 h 384313"/>
              <a:gd name="connsiteX6" fmla="*/ 1550504 w 2690191"/>
              <a:gd name="connsiteY6" fmla="*/ 384313 h 384313"/>
              <a:gd name="connsiteX7" fmla="*/ 1789044 w 2690191"/>
              <a:gd name="connsiteY7" fmla="*/ 318052 h 384313"/>
              <a:gd name="connsiteX8" fmla="*/ 1828800 w 2690191"/>
              <a:gd name="connsiteY8" fmla="*/ 291548 h 384313"/>
              <a:gd name="connsiteX9" fmla="*/ 1961322 w 2690191"/>
              <a:gd name="connsiteY9" fmla="*/ 172278 h 384313"/>
              <a:gd name="connsiteX10" fmla="*/ 2305878 w 2690191"/>
              <a:gd name="connsiteY10" fmla="*/ 66261 h 384313"/>
              <a:gd name="connsiteX11" fmla="*/ 2398644 w 2690191"/>
              <a:gd name="connsiteY11" fmla="*/ 106017 h 384313"/>
              <a:gd name="connsiteX12" fmla="*/ 2584174 w 2690191"/>
              <a:gd name="connsiteY12" fmla="*/ 145774 h 384313"/>
              <a:gd name="connsiteX13" fmla="*/ 2676939 w 2690191"/>
              <a:gd name="connsiteY13" fmla="*/ 39756 h 384313"/>
              <a:gd name="connsiteX14" fmla="*/ 2690191 w 2690191"/>
              <a:gd name="connsiteY14" fmla="*/ 0 h 384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0191" h="384313">
                <a:moveTo>
                  <a:pt x="0" y="278296"/>
                </a:moveTo>
                <a:cubicBezTo>
                  <a:pt x="155016" y="247291"/>
                  <a:pt x="-8311" y="282377"/>
                  <a:pt x="278296" y="198783"/>
                </a:cubicBezTo>
                <a:cubicBezTo>
                  <a:pt x="313266" y="188584"/>
                  <a:pt x="348974" y="181113"/>
                  <a:pt x="384313" y="172278"/>
                </a:cubicBezTo>
                <a:cubicBezTo>
                  <a:pt x="490330" y="198782"/>
                  <a:pt x="595330" y="229754"/>
                  <a:pt x="702365" y="251791"/>
                </a:cubicBezTo>
                <a:cubicBezTo>
                  <a:pt x="745847" y="260743"/>
                  <a:pt x="791355" y="256337"/>
                  <a:pt x="834887" y="265043"/>
                </a:cubicBezTo>
                <a:cubicBezTo>
                  <a:pt x="880110" y="274088"/>
                  <a:pt x="922104" y="296171"/>
                  <a:pt x="967409" y="304800"/>
                </a:cubicBezTo>
                <a:cubicBezTo>
                  <a:pt x="1291778" y="366585"/>
                  <a:pt x="1305507" y="363897"/>
                  <a:pt x="1550504" y="384313"/>
                </a:cubicBezTo>
                <a:cubicBezTo>
                  <a:pt x="1644919" y="363332"/>
                  <a:pt x="1698809" y="355650"/>
                  <a:pt x="1789044" y="318052"/>
                </a:cubicBezTo>
                <a:cubicBezTo>
                  <a:pt x="1803746" y="311926"/>
                  <a:pt x="1816707" y="301913"/>
                  <a:pt x="1828800" y="291548"/>
                </a:cubicBezTo>
                <a:cubicBezTo>
                  <a:pt x="1863009" y="262226"/>
                  <a:pt x="1922250" y="188151"/>
                  <a:pt x="1961322" y="172278"/>
                </a:cubicBezTo>
                <a:cubicBezTo>
                  <a:pt x="2072652" y="127050"/>
                  <a:pt x="2305878" y="66261"/>
                  <a:pt x="2305878" y="66261"/>
                </a:cubicBezTo>
                <a:cubicBezTo>
                  <a:pt x="2336800" y="79513"/>
                  <a:pt x="2366728" y="95378"/>
                  <a:pt x="2398644" y="106017"/>
                </a:cubicBezTo>
                <a:cubicBezTo>
                  <a:pt x="2464693" y="128033"/>
                  <a:pt x="2517441" y="134652"/>
                  <a:pt x="2584174" y="145774"/>
                </a:cubicBezTo>
                <a:cubicBezTo>
                  <a:pt x="2615096" y="110435"/>
                  <a:pt x="2649320" y="77732"/>
                  <a:pt x="2676939" y="39756"/>
                </a:cubicBezTo>
                <a:cubicBezTo>
                  <a:pt x="2685155" y="28459"/>
                  <a:pt x="2690191" y="0"/>
                  <a:pt x="2690191" y="0"/>
                </a:cubicBezTo>
              </a:path>
            </a:pathLst>
          </a:custGeom>
          <a:ln w="920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1DAAFA5-289B-4198-A547-0F777716194A}"/>
              </a:ext>
            </a:extLst>
          </p:cNvPr>
          <p:cNvSpPr txBox="1"/>
          <p:nvPr/>
        </p:nvSpPr>
        <p:spPr>
          <a:xfrm>
            <a:off x="7321756" y="668516"/>
            <a:ext cx="494306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ge Italic" panose="03070502040507070304" pitchFamily="66" charset="0"/>
              </a:rPr>
              <a:t>Sexta-feira 09/07 ou</a:t>
            </a:r>
          </a:p>
          <a:p>
            <a:pPr algn="ctr"/>
            <a:endParaRPr lang="pt-BR" sz="4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age Italic" panose="03070502040507070304" pitchFamily="66" charset="0"/>
            </a:endParaRPr>
          </a:p>
          <a:p>
            <a:pPr algn="ctr"/>
            <a:r>
              <a:rPr lang="pt-BR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ge Italic" panose="03070502040507070304" pitchFamily="66" charset="0"/>
              </a:rPr>
              <a:t>Quinta-feira 08/07</a:t>
            </a:r>
          </a:p>
          <a:p>
            <a:pPr algn="ctr"/>
            <a:endParaRPr lang="pt-BR" sz="4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age Italic" panose="03070502040507070304" pitchFamily="66" charset="0"/>
            </a:endParaRPr>
          </a:p>
          <a:p>
            <a:pPr algn="ctr"/>
            <a:r>
              <a:rPr lang="pt-BR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ge Italic" panose="03070502040507070304" pitchFamily="66" charset="0"/>
              </a:rPr>
              <a:t>15:00</a:t>
            </a:r>
          </a:p>
        </p:txBody>
      </p:sp>
      <p:pic>
        <p:nvPicPr>
          <p:cNvPr id="41" name="Imagem 40" descr="Código QR&#10;&#10;Descrição gerada automaticamente">
            <a:extLst>
              <a:ext uri="{FF2B5EF4-FFF2-40B4-BE49-F238E27FC236}">
                <a16:creationId xmlns:a16="http://schemas.microsoft.com/office/drawing/2014/main" id="{C9F45B0F-ECFB-451E-9437-4AE1389DB1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0" y="-110435"/>
            <a:ext cx="347289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416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1F23E-FDAF-42C4-8824-CDEDD44AF7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OBRIGADO!</a:t>
            </a:r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3E9AB7EC-0B3C-411F-A13D-92FF8E9F3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0366"/>
            <a:ext cx="1392294" cy="560534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EA289918-6381-49DC-A8AB-5F79DAAD3FD0}"/>
              </a:ext>
            </a:extLst>
          </p:cNvPr>
          <p:cNvGrpSpPr/>
          <p:nvPr/>
        </p:nvGrpSpPr>
        <p:grpSpPr>
          <a:xfrm>
            <a:off x="26503" y="5163796"/>
            <a:ext cx="12138994" cy="1694204"/>
            <a:chOff x="26503" y="5163796"/>
            <a:chExt cx="12138994" cy="1694204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0B40F21-D2D4-495F-B679-919155EE9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5312999" y="5184065"/>
              <a:ext cx="6852498" cy="1658256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1B4EF6D5-653D-44A3-B632-84DC71DBA6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r="24929"/>
            <a:stretch/>
          </p:blipFill>
          <p:spPr>
            <a:xfrm rot="10800000">
              <a:off x="26503" y="5163796"/>
              <a:ext cx="5255784" cy="16942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94914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556</TotalTime>
  <Words>14</Words>
  <Application>Microsoft Office PowerPoint</Application>
  <PresentationFormat>Widescreen</PresentationFormat>
  <Paragraphs>8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Poppins</vt:lpstr>
      <vt:lpstr>Rage Italic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OS 7 BE+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 Barros</dc:creator>
  <cp:lastModifiedBy>Carlos Gomes</cp:lastModifiedBy>
  <cp:revision>35</cp:revision>
  <dcterms:created xsi:type="dcterms:W3CDTF">2021-06-29T20:06:34Z</dcterms:created>
  <dcterms:modified xsi:type="dcterms:W3CDTF">2024-01-09T11:47:19Z</dcterms:modified>
</cp:coreProperties>
</file>